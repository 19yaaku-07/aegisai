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9"/>
    <p:sldId id="268" r:id="rId2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H BN" userId="0b4c350c577ef986" providerId="LiveId" clId="{C482F7F5-1728-4182-B666-AF9F622E2A89}"/>
    <pc:docChg chg="undo custSel addSld delSld">
      <pc:chgData name="MOHITH BN" userId="0b4c350c577ef986" providerId="LiveId" clId="{C482F7F5-1728-4182-B666-AF9F622E2A89}" dt="2026-08-23T08:57:39.383" v="1" actId="680"/>
      <pc:docMkLst>
        <pc:docMk/>
      </pc:docMkLst>
      <pc:sldChg chg="new del">
        <pc:chgData name="MOHITH BN" userId="0b4c350c577ef986" providerId="LiveId" clId="{C482F7F5-1728-4182-B666-AF9F622E2A89}" dt="2026-08-23T08:57:39.383" v="1" actId="680"/>
        <pc:sldMkLst>
          <pc:docMk/>
          <pc:sldMk cId="1363587726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41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HACKATHON 2026 SUBMISSION</a:t>
            </a:r>
            <a:endParaRPr lang="en-US" sz="1050" dirty="0"/>
          </a:p>
        </p:txBody>
      </p:sp>
      <p:pic>
        <p:nvPicPr>
          <p:cNvPr id="5" name="Image 1" descr="/home/claude/deck/icons/hero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051560"/>
            <a:ext cx="1600200" cy="1600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2788920"/>
            <a:ext cx="1218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100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</a:t>
            </a:r>
            <a:r>
              <a:rPr lang="en-US" sz="6000" b="1" kern="0" spc="100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-AI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914400" y="370332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Cyber Threats </a:t>
            </a: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Reach You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828800" y="4279392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screenshot, PDF, or link. AEGIS-AI reads it with OCR, reasons about it with an enterprise LLM, and hands back a plain-English verdict in seconds.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59536" y="53492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9536" y="5458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50976" y="5925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scan time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511296" y="53492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11296" y="5458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602736" y="5925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 detected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63056" y="53492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63056" y="5458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254496" y="5925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no data stored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814816" y="53492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14816" y="5458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8906256" y="5925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Bob-powered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look exactly like everything else you trust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phishing, smishing, and fraud attempts are engineered to be indistinguishable from real messages — and most people have no tool to check before they click.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8" name="Image 1" descr="/home/claude/deck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07208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5935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evolve daily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14400" y="40690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phishing kits, QR scams, and BEC scripts appear faster than awareness training can keep up.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53128" y="251460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2" name="Image 2" descr="/home/claude/deck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807208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27448" y="35935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safety net for non-experts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727448" y="40690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are built for analysts — not for someone staring at a suspicious text on their phone.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66176" y="251460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6" name="Image 3" descr="/home/claude/deck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2807208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40496" y="35935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takes too long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8540496" y="40690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link is manually checked, the damage — a click, a login, a payment — is often already done.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0182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defensive gap that grows every year technology gets more convincing.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drop-zone. One verdict.
</a:t>
            </a: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jargon.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AEGIS-AI bridges the gap between sophisticated cyber threats and everyday users who lack the tools to identify them. Upload anything suspicious — a screenshot, a PDF, a link — and get an instant, explainable risk verdict.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14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4348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"Cyber threats don't discriminate by technical knowledge. AEGIS-AI gives everyone the same defensive edge."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5120" y="114300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03720" y="146304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11430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screenshot, PDF, or URL — any format goes 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37744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0" y="269748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23774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extracts every word, even from images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5120" y="361188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393192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98080" y="36118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Bob's enterprise LLM reasons about intent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675120" y="484632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03720" y="516636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98080" y="48463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verdict comes back in under 3 seconds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pipeline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 to threat intelligence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follows the same four-step pipeline — fast, explainable, and fully automated.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46120" y="256032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86868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pic>
        <p:nvPicPr>
          <p:cNvPr id="10" name="Image 1" descr="/home/claude/deck/icons/step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69748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Upload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41248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screenshot, PDF, or photo. Validated client-side and sent securely over HTTPS.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/api/scan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screenshot.png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447288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53328" y="256032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3675888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pic>
        <p:nvPicPr>
          <p:cNvPr id="18" name="Image 2" descr="/home/claude/deck/icons/step_o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697480"/>
            <a:ext cx="777240" cy="777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30168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Text Extraction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648456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+ PIL pull every word of text out of the image, pixel by pixel.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30168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21608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extracted_text →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 here to verify..."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254496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860536" y="256032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6483096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3" descr="/home/claude/deck/icons/step_ll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2697480"/>
            <a:ext cx="777240" cy="7772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37376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LLM Analysis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455664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reasons about intent, tone, and urgency — semantic understanding, not keyword matching.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437376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528816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classify(text) →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threat_type + confidence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9061704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290304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pic>
        <p:nvPicPr>
          <p:cNvPr id="33" name="Image 4" descr="/home/claude/deck/icons/step_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104" y="2697480"/>
            <a:ext cx="777240" cy="7772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44584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262872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maps to one of five color-coded risk tiers with a plain-English explanation.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9244584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336024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risk_level: "Low" (25/100)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risk intelligence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Five-tier risk intelligence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maps to a clearly defined risk level with color-coded guidance — no ambiguous scores.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" y="228600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2E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2560320"/>
            <a:ext cx="1143000" cy="1143000"/>
          </a:xfrm>
          <a:prstGeom prst="ellipse">
            <a:avLst/>
          </a:prstGeom>
          <a:solidFill>
            <a:srgbClr val="0D1424"/>
          </a:solidFill>
          <a:ln w="635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11580" y="2560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4224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threat indicators found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08376" y="228600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2E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42716" y="2560320"/>
            <a:ext cx="1143000" cy="1143000"/>
          </a:xfrm>
          <a:prstGeom prst="ellipse">
            <a:avLst/>
          </a:prstGeom>
          <a:solidFill>
            <a:srgbClr val="0D1424"/>
          </a:solidFill>
          <a:ln w="63500">
            <a:solidFill>
              <a:srgbClr val="84CC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2716" y="2560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099816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45536" y="4224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caution advised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39512" y="228600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73852" y="2560320"/>
            <a:ext cx="1143000" cy="1143000"/>
          </a:xfrm>
          <a:prstGeom prst="ellipse">
            <a:avLst/>
          </a:prstGeom>
          <a:solidFill>
            <a:srgbClr val="0D1424"/>
          </a:solidFill>
          <a:ln w="635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73852" y="2560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30952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76672" y="4224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acting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470648" y="228600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2E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4988" y="2560320"/>
            <a:ext cx="1143000" cy="1143000"/>
          </a:xfrm>
          <a:prstGeom prst="ellipse">
            <a:avLst/>
          </a:prstGeom>
          <a:solidFill>
            <a:srgbClr val="0D1424"/>
          </a:solidFill>
          <a:ln w="635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4988" y="2560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562088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07808" y="4224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threat signals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701784" y="228600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141B2E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136124" y="2560320"/>
            <a:ext cx="1143000" cy="1143000"/>
          </a:xfrm>
          <a:prstGeom prst="ellipse">
            <a:avLst/>
          </a:prstGeom>
          <a:solidFill>
            <a:srgbClr val="0D1424"/>
          </a:solidFill>
          <a:ln w="635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36124" y="2560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793224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838944" y="4224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interact — report it</a:t>
            </a:r>
            <a:endParaRPr lang="en-US" sz="950" dirty="0"/>
          </a:p>
        </p:txBody>
      </p:sp>
      <p:pic>
        <p:nvPicPr>
          <p:cNvPr id="32" name="Image 1" descr="/home/claude/deck/icons/risk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57800"/>
            <a:ext cx="10332720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7724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973836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2706624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live scanner — real output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mockup — a working scanner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AEGIS-AI results, captured live from the deployed app.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60810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8" name="Image 1" descr="/mnt/user-data/uploads/1787474050655_WhatsApp_Image_2026-08-23_at_2_00_51_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86000"/>
            <a:ext cx="4800600" cy="22562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67944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(5/100)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504520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AEGIS-AI correctly identified an academic/technical document as benign — no false alarm.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80760" y="2148840"/>
            <a:ext cx="5468112" cy="4160520"/>
          </a:xfrm>
          <a:prstGeom prst="roundRect">
            <a:avLst>
              <a:gd name="adj" fmla="val 1758"/>
            </a:avLst>
          </a:prstGeom>
          <a:solidFill>
            <a:srgbClr val="060810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2" name="Image 2" descr="/mnt/user-data/uploads/1787474058575_WhatsApp_Image_2026-08-23_at_2_03_51_P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2286000"/>
            <a:ext cx="5193792" cy="3200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557784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(25/100)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09360" y="589788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scan flags an example/testing domain as low risk with clear next-step recommendations.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719072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threat library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to recognize the full attack surface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7" name="Image 1" descr="/home/claude/deck/icons/threat_f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92808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78308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0" y="17830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10104120" y="19933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104120" y="19933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264261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3" name="Image 2" descr="/home/claude/deck/icons/threat_envelo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52344"/>
            <a:ext cx="530352" cy="530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64261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Email Compromise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0" y="26426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0104120" y="285292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104120" y="28529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50215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9" name="Image 3" descr="/home/claude/deck/icons/threat_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611880"/>
            <a:ext cx="530352" cy="530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350215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 (SMS Phishing)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00800" y="350215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10104120" y="37124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0104120" y="37124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36168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25" name="Image 4" descr="/home/claude/deck/icons/threat_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471416"/>
            <a:ext cx="530352" cy="5303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36168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 Phishing (Quishing)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400800" y="436168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10104120" y="45720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04120" y="45720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Medium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0080" y="52212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31" name="Image 5" descr="/home/claude/deck/icons/threat_saf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330952"/>
            <a:ext cx="530352" cy="5303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54480" y="522122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/ Benign Content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400800" y="522122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Threat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10104120" y="543153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0104120" y="54315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Safe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AEGIS-AI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four non-negotiable principles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7" name="Image 1" descr="/home/claude/deck/icons/feat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3160"/>
            <a:ext cx="77724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Default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87452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processed in-memory and immediately discarded. Nothing is stored, logged, or shared.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80760" y="18745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1" name="Image 2" descr="/home/claude/deck/icons/fea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423160"/>
            <a:ext cx="777240" cy="777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Bob-Powered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31520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IBM's enterprise language model — not a toy keyword classifier.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4041648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5" name="Image 3" descr="/home/claude/deck/icons/feat_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90288"/>
            <a:ext cx="777240" cy="777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7452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Results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1874520" y="4773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includes a plain-language explanation. No black-box outputs.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080760" y="4041648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9" name="Image 4" descr="/home/claude/deck/icons/feat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590288"/>
            <a:ext cx="777240" cy="7772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Everyone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7315200" y="4773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knowledge required. Results are plain English with clear next steps.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719072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under the hood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powering every scan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7830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language model for threat classification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464040" y="1929384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64040" y="1929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Bob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5328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0" y="25328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Pixel-to-text extraction from any image format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464040" y="267919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64040" y="2679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Tesseract / PIL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282696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2826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00400" y="328269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API, no data persistence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464040" y="342900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6404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/ Flask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032504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0325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403250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accessibility-first UI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464040" y="4178808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64040" y="4178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Vite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782312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7823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00400" y="478231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motion-safe scroll animations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464040" y="4928616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64040" y="4928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Framer Motion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awareness,</a:t>
            </a:r>
            <a:endParaRPr lang="en-US" sz="3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AI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194560" y="2880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AEGIS-AI bridges the gap between sophisticated cyber threats and everyday users who lack the tools to identify them — giving everyone the same defensive edge, regardless of technical background.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22476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522476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verdict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22876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722876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categories covered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23276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923276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retained after scanning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deck/icons/cta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914400"/>
            <a:ext cx="1325880" cy="1325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4231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AEGIS-AI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Instant. Private. No account required.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4956048" y="397764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3"/>
          <p:cNvSpPr/>
          <p:nvPr/>
        </p:nvSpPr>
        <p:spPr>
          <a:xfrm>
            <a:off x="4956048" y="3977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File Free →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194560" y="4892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AEGIS-AI is an educational and awareness tool. Results are AI-generated guidance, not definitive legal or forensic analysis.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0" y="5989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dark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integration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AEGIS-AI talks to IBM Bob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is IBM's enterprise AI platform, routing tasks across frontier and Granite models behind one governed interface. AEGIS-AI calls into it as the reasoning engine for every scan.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46120" y="256032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86868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pic>
        <p:nvPicPr>
          <p:cNvPr id="10" name="Image 1" descr="/home/claude/deck/icons/step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69748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Request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41248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OCR pulls the text out, AEGIS-AI's backend sends it to IBM Bob over an authenticated HTTPS call.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/bob/analyze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extracted_text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447288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53328" y="256032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3675888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pic>
        <p:nvPicPr>
          <p:cNvPr id="18" name="Image 2" descr="/home/claude/deck/icons/step_o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697480"/>
            <a:ext cx="777240" cy="777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30168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Reasoning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648456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LLM engine reads the text and reasons about intent, tone, and urgency — the same governed model backbone IBM runs for enterprise workloads.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30168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21608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bob.reason(text) →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+ urgency signal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254496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860536" y="256032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6483096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3" descr="/home/claude/deck/icons/step_ll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2697480"/>
            <a:ext cx="777240" cy="7772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37376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Classification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455664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returns a threat type and confidence score as machine-readable JSON, not a raw guess.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437376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528816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→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threat_type + confidence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9061704" y="21488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290304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pic>
        <p:nvPicPr>
          <p:cNvPr id="33" name="Image 4" descr="/home/claude/deck/icons/step_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104" y="2697480"/>
            <a:ext cx="777240" cy="7772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44584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Mapping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262872" y="425196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AEGIS-AI translates Bob's classification into a five-tier score with a plain-English verdict.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9244584" y="534924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0D1424"/>
          </a:solidFill>
          <a:ln w="9525">
            <a:solidFill>
              <a:srgbClr val="232C4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336024" y="5349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risk_level: "Low" (25/100)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differentiation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AEGIS-AI apart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7" name="Image 1" descr="/home/claude/deck/icons/feat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3160"/>
            <a:ext cx="77724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by Design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87452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scanners log and retain every upload. AEGIS-AI processes in-memory and discards it immediately — nothing is stored.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80760" y="18745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1" name="Image 2" descr="/home/claude/deck/icons/fea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423160"/>
            <a:ext cx="777240" cy="777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Setup, Zero Cost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31520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install, or subscription like enterprise security suites. Drop a file and get a verdict.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4041648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5" name="Image 3" descr="/home/claude/deck/icons/feat_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90288"/>
            <a:ext cx="777240" cy="777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7452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Not a Black Box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1874520" y="4773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return a raw score or log entry. Every AEGIS-AI verdict comes with a plain-language reason.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080760" y="4041648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41B2E"/>
          </a:solidFill>
          <a:ln w="12700">
            <a:solidFill>
              <a:srgbClr val="232C45"/>
            </a:solidFill>
            <a:prstDash val="solid"/>
          </a:ln>
        </p:spPr>
      </p:sp>
      <p:pic>
        <p:nvPicPr>
          <p:cNvPr id="19" name="Image 4" descr="/home/claude/deck/icons/feat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590288"/>
            <a:ext cx="777240" cy="7772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Everyone, Not Analysts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7315200" y="47731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cyber tools are built for SOC teams. AEGIS-AI needs zero security background — just plain English.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400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AEGIS-AI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Widescreen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MOHITH BN</cp:lastModifiedBy>
  <cp:revision>1</cp:revision>
  <dcterms:created xsi:type="dcterms:W3CDTF">2026-08-23T08:41:08Z</dcterms:created>
  <dcterms:modified xsi:type="dcterms:W3CDTF">2026-08-23T08:57:45Z</dcterms:modified>
</cp:coreProperties>
</file>